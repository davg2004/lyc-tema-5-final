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embeddedFontLst>
    <p:embeddedFont>
      <p:font typeface="Geist Thin"/>
      <p:regular r:id="rId201314"/>
    </p:embeddedFont>
    <p:embeddedFont>
      <p:font typeface="Geist ExtraLight"/>
      <p:regular r:id="rId201315"/>
    </p:embeddedFont>
    <p:embeddedFont>
      <p:font typeface="Geist Light"/>
      <p:regular r:id="rId201316"/>
    </p:embeddedFont>
    <p:embeddedFont>
      <p:font typeface="Geist Medium"/>
      <p:regular r:id="rId201317"/>
    </p:embeddedFont>
    <p:embeddedFont>
      <p:font typeface="Geist SemiBold"/>
      <p:regular r:id="rId201318"/>
    </p:embeddedFont>
    <p:embeddedFont>
      <p:font typeface="Geist Bold"/>
      <p:regular r:id="rId201319"/>
    </p:embeddedFont>
    <p:embeddedFont>
      <p:font typeface="Geist ExtraBold"/>
      <p:regular r:id="rId201320"/>
    </p:embeddedFont>
    <p:embeddedFont>
      <p:font typeface="Geist Black"/>
      <p:regular r:id="rId201321"/>
    </p:embeddedFont>
    <p:embeddedFont>
      <p:font typeface="Geist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748605"/>
            <a:ext cx="4722763" cy="1382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Árbol de Sintaxis Abstracta (AST): qué es y por qué importa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43299"/>
            <a:ext cx="4722763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AST es una representación jerárquica y abstracta de la estructura sintáctica de un programa. A diferencia del árbol sintáctico concreto, el AST omite elementos redundantes (paréntesis, tokens de formato) y conserva la semántica estructural: nodos para declaraciones, expresiones y operadores.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424014"/>
            <a:ext cx="4722763" cy="97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Propiedades: estructura en árbol, nodos tipados, orden significativo, información mínima necesaria para análisis semántico y generación de código.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Usos: análisis semántico, optimizaciones, generación de IR/bytecode, refactorizaciones y herramientas de IDE.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06687"/>
            <a:ext cx="3053135" cy="1730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552426"/>
            <a:ext cx="4752677" cy="368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Ejemplo 1: expresión aritmética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2062758"/>
            <a:ext cx="4752677" cy="50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Expresión: </a:t>
            </a:r>
            <a:pPr algn="l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+ b * c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AST (resumido):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691110"/>
            <a:ext cx="4752677" cy="418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Nodo '+': hijo izquierdo → Identificador 'a'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Nodo '+': hijo derecho → Nodo '*' con hijos 'b' y 'c'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99892" y="3236714"/>
            <a:ext cx="475267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Observaciones: preserva precedencia sin nodos de paréntesis; facilita optimizaciones como reordenación o evaluación perezosa.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03933"/>
            <a:ext cx="3062883" cy="17356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3418" y="535781"/>
            <a:ext cx="4759151" cy="702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Ejemplo 2: declaración de función (implementación típica)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893418" y="1367135"/>
            <a:ext cx="4759151" cy="463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Fuente: </a:t>
            </a:r>
            <a:pPr algn="l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 suma(x, y) { return x + y; 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Estructura AST: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93418" y="1946672"/>
            <a:ext cx="4759151" cy="604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06000"/>
              </a:lnSpc>
              <a:buSzPct val="100000"/>
              <a:buChar char="•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FunctionDecl (nombre: suma)           </a:t>
            </a:r>
            <a:endParaRPr lang="en-US" sz="1050" dirty="0"/>
          </a:p>
          <a:p>
            <a:pPr algn="l" lvl="1" marL="426720" indent="-213360">
              <a:lnSpc>
                <a:spcPct val="106000"/>
              </a:lnSpc>
              <a:buSzPct val="100000"/>
              <a:buChar char="◦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Params: [x, y]</a:t>
            </a:r>
            <a:endParaRPr lang="en-US" sz="1050" dirty="0"/>
          </a:p>
          <a:p>
            <a:pPr algn="l" lvl="1" marL="426720" indent="-213360">
              <a:lnSpc>
                <a:spcPct val="106000"/>
              </a:lnSpc>
              <a:buSzPct val="100000"/>
              <a:buChar char="◦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Body: Return → BinaryOp '+' (x, 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893418" y="2680022"/>
            <a:ext cx="4759151" cy="21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Implementación básica (pasos)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93418" y="3028355"/>
            <a:ext cx="4759151" cy="776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0600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Definir tipos de nodo (FunctionDecl, Identifier, Return, BinaryOp, Literal).</a:t>
            </a:r>
            <a:endParaRPr lang="en-US" sz="1050" dirty="0"/>
          </a:p>
          <a:p>
            <a:pPr algn="l" marL="213360" indent="-213360">
              <a:lnSpc>
                <a:spcPct val="1060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Construir nodos durante el parseo (acciones semánticas del parser).</a:t>
            </a:r>
            <a:endParaRPr lang="en-US" sz="1050" dirty="0"/>
          </a:p>
          <a:p>
            <a:pPr algn="l" marL="213360" indent="-213360">
              <a:lnSpc>
                <a:spcPct val="1060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Proveer funciones de recorrido (visitor/traverser) para análisis y transformaciones.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893418" y="3949378"/>
            <a:ext cx="4759151" cy="642193"/>
          </a:xfrm>
          <a:prstGeom prst="roundRect">
            <a:avLst>
              <a:gd name="adj" fmla="val 8837"/>
            </a:avLst>
          </a:prstGeom>
          <a:solidFill>
            <a:srgbClr val="002A8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480" y="4133255"/>
            <a:ext cx="168846" cy="1350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2387" y="4098950"/>
            <a:ext cx="4185121" cy="343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Mantener el AST independiente de detalles léxicos facilita reescritura y análisis posterior.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110"/>
            <a:ext cx="8151763" cy="417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Generadores de analizadores y manejo de errores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55415"/>
            <a:ext cx="8151763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Los generadores (yacc/bison, ANTLR, Menhir) producen parsers a partir de gramáticas. Un aspecto crítico es la recuperación de errores: mantener al compilador robusto y proporcionar mensajes útiles.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504727"/>
            <a:ext cx="2639616" cy="1519014"/>
          </a:xfrm>
          <a:prstGeom prst="roundRect">
            <a:avLst>
              <a:gd name="adj" fmla="val 3552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8845" y="1647453"/>
            <a:ext cx="2354163" cy="208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Panic mode (modo pánico)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8845" y="1925985"/>
            <a:ext cx="2354163" cy="7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Descartar tokens hasta encontrar un sincronizador (p. ej. ';' o '}' ). Ventaja: simple y evita bucles infinitos. Desventaja: puede perderse contexto y producir cascada de errores.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52118" y="1504727"/>
            <a:ext cx="2639690" cy="1519014"/>
          </a:xfrm>
          <a:prstGeom prst="roundRect">
            <a:avLst>
              <a:gd name="adj" fmla="val 3552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4844" y="1647453"/>
            <a:ext cx="2354238" cy="417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Inserción/Eliminación de tokens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94844" y="2134716"/>
            <a:ext cx="2354238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Attemptar insertar el token esperado o eliminar el actual para continuar. Útil para corregir errores menores y ofrecer sugerencias automáticas.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08191" y="1504727"/>
            <a:ext cx="2639690" cy="1519014"/>
          </a:xfrm>
          <a:prstGeom prst="roundRect">
            <a:avLst>
              <a:gd name="adj" fmla="val 3552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0918" y="1647453"/>
            <a:ext cx="2354238" cy="208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Recuperación por producción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50918" y="1925985"/>
            <a:ext cx="2354238" cy="9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Usar reglas de la gramática para consumir hasta una producción completa que restaure el estado válido. Más precisa, pero requiere mayor soporte en la gramática y acciones semánticas.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119" y="3154710"/>
            <a:ext cx="8608963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Buenas prácticas para generadores: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6119" y="3444850"/>
            <a:ext cx="8151763" cy="558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03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Definir puntos de sincronización claros en la gramática.</a:t>
            </a:r>
            <a:endParaRPr lang="en-US" sz="1000" dirty="0"/>
          </a:p>
          <a:p>
            <a:pPr algn="l" marL="203200" indent="-203200">
              <a:lnSpc>
                <a:spcPct val="103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Proveer mensajes de error con contexto (línea, token cercano, expectativa).</a:t>
            </a:r>
            <a:endParaRPr lang="en-US" sz="1000" dirty="0"/>
          </a:p>
          <a:p>
            <a:pPr algn="l" marL="203200" indent="-203200">
              <a:lnSpc>
                <a:spcPct val="103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Implementar pruebas con casos sintácticos corruptos para garantizar recuperación razonable.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4134743"/>
            <a:ext cx="8151763" cy="603647"/>
          </a:xfrm>
          <a:prstGeom prst="roundRect">
            <a:avLst>
              <a:gd name="adj" fmla="val 8939"/>
            </a:avLst>
          </a:prstGeom>
          <a:solidFill>
            <a:srgbClr val="022349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57" y="4297114"/>
            <a:ext cx="160586" cy="12843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3581" y="4283199"/>
            <a:ext cx="7605861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Ejemplo práctico: en una declaración faltante de ';', intentar inserción y continuar con modo pánico limitado para evitar pérdida de muchas declaraciones.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2026-07-24T23:29:13Z</dcterms:created>
  <dcterms:modified xsi:type="dcterms:W3CDTF">2026-07-24T23:29:13Z</dcterms:modified>
</cp:coreProperties>
</file>